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Snowplow Cache Stress Test Report</a:t>
            </a:r>
          </a:p>
          <a:p>
            <a:pPr algn="l">
              <a:defRPr sz="1800">
                <a:solidFill>
                  <a:srgbClr val="666666"/>
                </a:solidFill>
              </a:defRPr>
            </a:pPr>
            <a:r>
              <a:t>Run 7 -- v0.25.178 / Chart 0.20.16 / 50K Compositions x 1K Users</a:t>
            </a:r>
            <a:br/>
            <a:r>
              <a:t>2026-04-11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Definitive stress test: 50,000 compositions, 50 namespaces, 1,002 concurrent users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All 6 Phase 7 user-scaling tests PASSED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14x cache speedup over direct API at 50K scale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100% L1 and L2/L3 cache hit rate after warmup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Stable memory: 3.3 GB heap, 376-406 MB Redis at 1K users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Cold start with 1K users: 1.8 seconds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One blocker remaining: S7 mutation latency (fixed in 0.25.179, needs re-test)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S8 bulk-delete convergence: 233s (known limitation for 1K-item namespace deletion)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Test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572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Snowplow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0.25.178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Helm chart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braghettos/snowplow-chart 0.20.16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1.0.8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8.6.2-alpine (sidecar)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Compositions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50,000 across 50 namespaces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 real + 1,000 synthetic = 1,002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Pod memory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 GiB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GOMEMLIMIT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 GiB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Test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 hours 24 minutes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Phase 6: Dashboard Scaling (S1-S8)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Cold (ms)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Warm (ms)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p50 (ms)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Calls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Convergence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 comp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2,644ms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 ns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1,314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520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2,778ms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2,655ms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 comp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3,859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673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4,214ms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3,305ms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50K comp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2,202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1,777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49,675ms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25,553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14,831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74,863ms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 1 ns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12,272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370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2,461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233,425ms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S7 Mutation Latency: 134x Degradation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Symptom: Deleting 1 composition at 50K -&gt; 25s cold, 15s warm, 75s convergence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Root cause: reconcileGVR at 50K triggers full L3 diff (50K keys) instead of incremental patch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Missing L1ChangeInfo synthesis -&gt; L1 refresh falls back to full O(N) rebuild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Fix: v0.25.179 synthesizes L1ChangeInfo from reconcile diff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Expected post-fix: S7 convergence &lt; 10s, warm &lt; 1s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Status: Committed, needs re-test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S8 Bulk Delete Convergence: 233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Scenario: Delete namespace bench-ns-50 (1,000 compositions out of 50K)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Progressive convergence: 49,042 at 49s -&gt; 49,008 at 106s -&gt; 49,000 at 233s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Root cause: debounced reconcile (2s idle / 30s max) + full L3 diff at 49K items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8 residual stale entries required an extra debounce cycle to clear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Known limitation: bulk ops scale with total dataset size, not mutation size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Optimization path: incremental reconcileGVR (O(mutation) vs O(total)) -&gt; est. 30-45s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Phase 7: User Scaling (50K compositions)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Warmup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Heap (MB)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Goroutines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Redis (MB)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1,788ms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N=10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17.8s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3,375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N=50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38.0s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N=100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43.7s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2,461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N=500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4.7min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N=1000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1,002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5.8min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3,331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1,076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376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Cold-1K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Cache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L1 hit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 (1,203 hits, 0 misses)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L2/L3 hit rate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 (9,765 hits, 0 misses)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RBAC hit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85% (132,340 hits, 23,468 misses)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Cache ON vs OFF (PieChart)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340ms vs 4,700ms = 14x speedup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Cache ON vs OFF (Table)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460ms vs 4,900ms = 11x speedup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Redis memory at 1K users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376-406 MB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Per-user Redis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37-182 KB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Memory Profile at 50K x 1K Users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91440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Measured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Utilization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 heap (steady)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3.3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 GB (GOMEMLIMIT)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 heap (peak)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3.9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Redis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447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Goroutines (steady)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1,076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Goroutines (peak)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26%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OOM events after fix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v0.25.149 (5K) vs v0.25.178 (50K)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5K Baseline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50K Stress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S1 warm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96ms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S6 warm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1,700ms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1,777ms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REMARKABLE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S7 convergence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74.9s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FIX PENDING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S8 convergence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7.4s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233s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31.5x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Redis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258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447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Cache speedup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4.8x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2.9x improvement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Pod restarts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 (pre-fix)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CONDITIONAL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Issues Found and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S7 mutation spike (25s warm) -- FIXED in 0.25.179, needs re-test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S8 bulk convergence (233s) -- KNOWN limitation, incremental diff designed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Compositions page errors at &lt;20 items -- OPEN, frontend pagination threshold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Core-provider webhook restarts (305+) -- NOT a snowplow issue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5. Pod OOM at 50K initial LIST -- FIXED by chunked LIST in 0.25.176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Fixes Shipped (0.25.168 - 0.25.179)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5720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0.25.168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Widget-level pagination (Phase 1)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0.25.169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RESTAction L1 + singleflight dedup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0.25.170-172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Prewarm optimizations (RAs first, unthrottled)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0.25.173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Shared l1cache package refactor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0.25.174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RBAC gate on L3 reads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0.25.175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Pass page/perPage to restaction handler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0.25.176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Chunked informer LIST (OOM fix)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0.25.177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P0 dead code cleanup (196 lines removed)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0.25.178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Dependency tracking fix</a:t>
                      </a:r>
                    </a:p>
                  </a:txBody>
                  <a:tcPr/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0.25.179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L1ChangeInfo synthesis (S7 fix)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IMMEDIATE: Deploy 0.25.179 and re-run Phase 6 to validate S7 fix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IMMEDIATE: Lock 0.25.179 as 50K production baseline after validation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THIS WEEK: Investigate compositions page HTTP errors at &lt;20 items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NEXT WEEK: Implement incremental reconcileGVR diff (reduces S8 from 233s to ~30s)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5. MONITOR: l1.refresh.duration, Redis memory, goroutine count in production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VERDICT: Production-ready for 50K compositions x 1K users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Single blocker: S7 fix (0.25.179)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Scaling Projections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Compositions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Heap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Convergence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450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3.5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2-10s (single)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900 MB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5.0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4-20s (single)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2.2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10-50s (single)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12.0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Needs D-phase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